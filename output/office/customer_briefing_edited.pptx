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</p:sldIdLst>
  <p:sldSz cx="12192000" cy="6858000" type="wide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Master" Target="slideMasters/slideMaster1.xml"/><Relationship Id="rId4" Type="http://schemas.openxmlformats.org/officeDocument/2006/relationships/theme" Target="theme/theme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</p:sldLayout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</p:sldMaster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00000" y="450000"/>
            <a:ext cx="108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400"/>
              <a:t>ClawOS Customer Briefing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00000" y="1550000"/>
            <a:ext cx="104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200"/>
              <a:t>Local-first personal agent workspace</a:t>
            </a:r>
          </a:p>
          <a:p>
            <a:r>
              <a:rPr lang="zh-CN" sz="2200"/>
              <a:t>Built-in XLSX and PPTX generation</a:t>
            </a:r>
          </a:p>
          <a:p>
            <a:r>
              <a:rPr lang="zh-CN" sz="2200"/>
              <a:t>MTClaw trace and MemoryOS evidence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00000" y="450000"/>
            <a:ext cx="108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400"/>
              <a:t>Portable Portable Delivery Boundary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00000" y="1550000"/>
            <a:ext cx="104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200"/>
              <a:t>No Microsoft Office required</a:t>
            </a:r>
          </a:p>
          <a:p>
            <a:r>
              <a:rPr lang="zh-CN" sz="2200"/>
              <a:t>No openpyxl/python-pptx dependency</a:t>
            </a:r>
          </a:p>
          <a:p>
            <a:r>
              <a:rPr lang="zh-CN" sz="2200"/>
              <a:t>Advanced charts and animations remain future enhancements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wOS">
  <a:themeElements>
    <a:clrScheme name="ClawOS">
      <a:dk1>
        <a:srgbClr val="111827"/>
      </a:dk1>
      <a:lt1>
        <a:srgbClr val="FFFFFF"/>
      </a:lt1>
      <a:accent1>
        <a:srgbClr val="2563EB"/>
      </a:accent1>
    </a:clrScheme>
    <a:fontScheme name="ClawOS">
      <a:majorFont>
        <a:latin typeface="Arial"/>
      </a:majorFont>
      <a:minorFont>
        <a:latin typeface="Arial"/>
      </a:minorFont>
    </a:fontScheme>
    <a:fmtScheme name="ClawOS"/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ClawOS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ClawOS</dc:creator>
  <cp:lastModifiedBy>ClawOS</cp:lastModifiedBy>
  <dcterms:created xsi:type="dcterms:W3CDTF">2026-06-17T05:09:23Z</dcterms:created>
  <dcterms:modified xsi:type="dcterms:W3CDTF">2026-06-17T05:09:23Z</dcterms:modified>
</cp:coreProperties>
</file>